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-115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0F51B-2AA9-4B78-9803-20CB7DCCCCA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1CE7E-92CF-4488-B8EA-966B7CDFA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4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image" Target="../media/image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2.png"/><Relationship Id="rId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1148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7" y="71734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GroupSync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21792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Project Management &amp; Team Synchronization Platform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1792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" y="3950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Humayra Alamgir Nuha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230102002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1792" y="4242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 Gain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230102003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4535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Moumita Ghose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230102040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1792" y="4828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Akter Samia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230102043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1792" y="5120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Sanjida Akter Mim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230102050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1792" y="5413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Maimuna Akter</a:t>
            </a:r>
            <a:r>
              <a:rPr lang="en-US" sz="12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22CSE021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863840" y="21031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23957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138160" y="26426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38160" y="3108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38160" y="3355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Samsuddoha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38160" y="38221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138160" y="453542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138160" y="47823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27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6" y="1576974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91640" y="147218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Humayra Alamgir Nuha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230102002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0" y="1417320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Leader, 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112264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26" y="2271918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11226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91640" y="216712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Puja Gain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230102003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480560" y="2112264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2807208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291693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26" y="2966862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80720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91640" y="286207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Moumita Ghose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230102040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480560" y="2807208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Development, Database Design, </a:t>
            </a: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502152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36118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26" y="3661806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720" y="350215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691640" y="355701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 Akter Samia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230102043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480560" y="3502152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Development, , UI/UX Design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Documentation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197096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85800" y="4306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26" y="4356750"/>
            <a:ext cx="284196" cy="2841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419709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91640" y="42519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Sanjida Akter Mim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230102050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480560" y="4197096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Engineer, Backend Development, Backend Support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48640" y="4892040"/>
            <a:ext cx="11064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85800" y="50017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726" y="5051694"/>
            <a:ext cx="284196" cy="2841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88720" y="489204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691640" y="49469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Maimuna Akter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22CSE021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480560" y="4892040"/>
            <a:ext cx="6949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Development, Deployment, Maintenance Tasks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5632704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3F4F2"/>
          </a:solidFill>
          <a:ln/>
        </p:spPr>
      </p:sp>
      <p:sp>
        <p:nvSpPr>
          <p:cNvPr id="41" name="Text 33"/>
          <p:cNvSpPr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 Used: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(version control)  •  Trello (task management)  •  Discord/Slack (communication)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academic and professional environments, teams struggle with: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2244486"/>
            <a:ext cx="284196" cy="2841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1945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communication across multiple platforms (email, WhatsApp, Slack, etc.)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66" y="2902854"/>
            <a:ext cx="284196" cy="284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852928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task visibility - no clear view of who is doing what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66" y="3561222"/>
            <a:ext cx="284196" cy="2841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511296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 due to lack of proper tracking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1696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6" y="4219590"/>
            <a:ext cx="284196" cy="2841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169664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version chaos - multiple copies with conflicting changes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82803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566" y="4877958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82803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project history - progress is lost or undocumented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7680960" y="141732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012E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795528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955280" y="2240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0660" y="2305660"/>
            <a:ext cx="372161" cy="37216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41080" y="22402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working on group projects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7955280" y="3154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0660" y="3220060"/>
            <a:ext cx="372161" cy="37216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641080" y="3154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teams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7955280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660" y="4134460"/>
            <a:ext cx="372161" cy="37216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41080" y="40690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groups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7955280" y="4983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0660" y="5048860"/>
            <a:ext cx="372161" cy="37216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641080" y="4983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teams lacking synchronization tools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GROUPSYNC?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Motivation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675120" cy="29718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3774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scattered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tools for chat, tasks,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All-in-one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 task 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task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confusion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attachments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file repository with versioning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progress visibility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meetings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589520" y="1417320"/>
            <a:ext cx="4023360" cy="4572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GROUPSYNC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240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220" y="23056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49640" y="22128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863840" y="31546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220" y="322006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49640" y="31272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project progress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863840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220" y="413446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49640" y="4041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coordination overhead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863840" y="4983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220" y="504886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49640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small teams to large orgs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E9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991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92" y="2251436"/>
            <a:ext cx="297729" cy="2977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057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(React.js)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20574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50208" y="219913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512" y="2251436"/>
            <a:ext cx="297729" cy="2977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20574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/PHP)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" y="31546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32964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92" y="3348716"/>
            <a:ext cx="297729" cy="2977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1546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(JWT)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840480" y="315468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950208" y="32964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2512" y="3348716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34840" y="31546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(MySQL)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108960" y="2400300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965960" y="2743200"/>
            <a:ext cx="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983480" y="2743200"/>
            <a:ext cx="0" cy="4114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443484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Scope:  Web-based platform for teams of 3-20 members to manage projects with task tracking, file sharing, and communication tools.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76656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76656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5996" y="1888236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17922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role management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766560" y="25420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996" y="260146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60920" y="25054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delete projects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6766560" y="32552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5996" y="3314700"/>
            <a:ext cx="338328" cy="33832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360920" y="3218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Assign, track, complete tasks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766560" y="39684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5996" y="4027932"/>
            <a:ext cx="338328" cy="33832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36092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chat, file sharing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6766560" y="4681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5996" y="4741164"/>
            <a:ext cx="338328" cy="33832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360920" y="46451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visualization, notifications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45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604772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90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98448" y="174650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 (Tailwind CSS), JavaScript, React.js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5453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1604772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14904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967728" y="174650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for wireframes, UI prototypes, and design system documentation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258568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23865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2446020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298448" y="258775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r>
              <a:rPr lang="en-US" sz="10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),—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2258568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238658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948" y="244602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2331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67728" y="258775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for structured data storage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099816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3227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" y="3287268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3172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298448" y="34290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for fetching commit history, repository activity, and push frequency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99816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82512" y="3227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948" y="328726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67728" y="31729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967728" y="34290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with GitHub — all 6 team members added as collaborators with branch protection rules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3941064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13232" y="4069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128516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98448" y="40142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298448" y="42702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InfinityFree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217920" y="3941064"/>
            <a:ext cx="5440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382512" y="4069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948" y="4128516"/>
            <a:ext cx="338328" cy="33832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67728" y="40142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967728" y="42702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for sprint planning, task assignment, and progress tracking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2804008" y="4873752"/>
            <a:ext cx="6583680" cy="566928"/>
          </a:xfrm>
          <a:prstGeom prst="roundRect">
            <a:avLst>
              <a:gd name="adj" fmla="val 11290"/>
            </a:avLst>
          </a:prstGeom>
          <a:solidFill>
            <a:srgbClr val="028090"/>
          </a:solidFill>
          <a:ln/>
        </p:spPr>
      </p:sp>
      <p:sp>
        <p:nvSpPr>
          <p:cNvPr id="45" name="Shape 35"/>
          <p:cNvSpPr/>
          <p:nvPr/>
        </p:nvSpPr>
        <p:spPr>
          <a:xfrm>
            <a:off x="2932024" y="49651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1950" y="5015118"/>
            <a:ext cx="284196" cy="284196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3462376" y="48737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  </a:t>
            </a:r>
            <a:r>
              <a:rPr lang="en-US" sz="11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for API endpoint documentation and team collaboration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SDLC: AGILE (SCRUM)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Model and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10652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216712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0" y="258775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 basic user auth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5838" y="216712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035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0035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63190" y="258775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creation &amp; task 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39028" y="216712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354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6354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26380" y="258775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features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2218" y="216712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673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2673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89570" y="258775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&amp; dashboard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265408" y="2167128"/>
            <a:ext cx="329184" cy="32918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0" y="1828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0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52760" y="2587752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bug fixes, deployment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25196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" y="441655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4473611"/>
            <a:ext cx="324795" cy="32479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61872" y="4325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collaboration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434840" y="425196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31" name="Shape 28"/>
          <p:cNvSpPr/>
          <p:nvPr/>
        </p:nvSpPr>
        <p:spPr>
          <a:xfrm>
            <a:off x="4599432" y="441655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491" y="4473611"/>
            <a:ext cx="324795" cy="32479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48072" y="4325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/ Jira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tracking, sprint planning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8321040" y="4251960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35" name="Shape 31"/>
          <p:cNvSpPr/>
          <p:nvPr/>
        </p:nvSpPr>
        <p:spPr>
          <a:xfrm>
            <a:off x="8485632" y="4416552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691" y="4473611"/>
            <a:ext cx="324795" cy="32479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9034272" y="43251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548640" y="5193792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39" name="Shape 34"/>
          <p:cNvSpPr/>
          <p:nvPr/>
        </p:nvSpPr>
        <p:spPr>
          <a:xfrm>
            <a:off x="713232" y="535838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291" y="5415443"/>
            <a:ext cx="324795" cy="324795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1261872" y="5266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4434840" y="5193792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43" name="Shape 37"/>
          <p:cNvSpPr/>
          <p:nvPr/>
        </p:nvSpPr>
        <p:spPr>
          <a:xfrm>
            <a:off x="4599432" y="535838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491" y="5415443"/>
            <a:ext cx="324795" cy="324795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48072" y="5266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8321040" y="5193792"/>
            <a:ext cx="3657600" cy="777240"/>
          </a:xfrm>
          <a:prstGeom prst="roundRect">
            <a:avLst>
              <a:gd name="adj" fmla="val 8235"/>
            </a:avLst>
          </a:prstGeom>
          <a:solidFill>
            <a:srgbClr val="F4F9F9"/>
          </a:solidFill>
          <a:ln/>
        </p:spPr>
      </p:sp>
      <p:sp>
        <p:nvSpPr>
          <p:cNvPr id="47" name="Shape 40"/>
          <p:cNvSpPr/>
          <p:nvPr/>
        </p:nvSpPr>
        <p:spPr>
          <a:xfrm>
            <a:off x="8485632" y="5358384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2691" y="5415443"/>
            <a:ext cx="324795" cy="32479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034272" y="5266944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50" dirty="0"/>
          </a:p>
        </p:txBody>
      </p:sp>
      <p:sp>
        <p:nvSpPr>
          <p:cNvPr id="50" name="Text 42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81912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1629461"/>
            <a:ext cx="270662" cy="270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1790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synchronization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88720" y="17556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WebSockets for instant updates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176272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295144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2342693"/>
            <a:ext cx="270662" cy="2706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23113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88720" y="24688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database transactions and optimistic locking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89504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008376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3055925"/>
            <a:ext cx="270662" cy="2706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944368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security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88720" y="3182112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JWT with refresh tokens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02736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721608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3769157"/>
            <a:ext cx="270662" cy="2706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657600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management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88720" y="38953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cloud storage with signed URLs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172200" y="146304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09360" y="1581912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1629461"/>
            <a:ext cx="270662" cy="2706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12280" y="151790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coordination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12280" y="17556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standups, sprint planning, Trello tracking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72200" y="2176272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2295144"/>
            <a:ext cx="365760" cy="36576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909" y="2342693"/>
            <a:ext cx="270662" cy="2706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2231136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responsiveness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812280" y="24688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mobile-first design approach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38912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35" name="Shape 27"/>
          <p:cNvSpPr/>
          <p:nvPr/>
        </p:nvSpPr>
        <p:spPr>
          <a:xfrm>
            <a:off x="685800" y="45079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4555541"/>
            <a:ext cx="270662" cy="2706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88720" y="4443984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issues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188720" y="468172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pagination, lazy loading, caching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172200" y="438912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E3F4F2"/>
          </a:solidFill>
          <a:ln/>
        </p:spPr>
      </p:sp>
      <p:sp>
        <p:nvSpPr>
          <p:cNvPr id="40" name="Shape 31"/>
          <p:cNvSpPr/>
          <p:nvPr/>
        </p:nvSpPr>
        <p:spPr>
          <a:xfrm>
            <a:off x="6309360" y="45079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909" y="4555541"/>
            <a:ext cx="270662" cy="27066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12280" y="438912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communication and regular integration prevented major conflicts.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55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BF1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offline mode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0208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BF1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505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integrations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6791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tool integrations yet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BF1E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advanced project analytics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B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673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missing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99592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web-based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BF1E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2569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voice/video features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465429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communication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7373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89" y="1784909"/>
            <a:ext cx="270662" cy="27066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66560" y="1737360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Access anywhere, anytime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63640" y="21808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189" y="2228393"/>
            <a:ext cx="270662" cy="27066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766560" y="2180844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Slack, GitHub, Trello, Google Drive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263640" y="262432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189" y="2671877"/>
            <a:ext cx="270662" cy="27066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66560" y="2624328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performance, bottleneck detection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263640" y="306781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189" y="3115361"/>
            <a:ext cx="270662" cy="2706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0" y="3067812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Smart task suggestions, deadline prediction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6263640" y="351129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189" y="3558845"/>
            <a:ext cx="270662" cy="27066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766560" y="3511296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Pre-built project templates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263640" y="39547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1189" y="4002329"/>
            <a:ext cx="270662" cy="2706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954780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Global usability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263640" y="439826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1189" y="4445813"/>
            <a:ext cx="270662" cy="27066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766560" y="4398264"/>
            <a:ext cx="48463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Context-aware alerts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SHOWCASE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7967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7007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flow, role-based access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2510028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41401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team members, milestones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3223260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3127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assign, prioritize, track status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3936492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chat, file sharing with version history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" y="4649724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4553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visualization, deadlines, team activity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" y="5362956"/>
            <a:ext cx="338328" cy="3383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52669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 alerts, deadline reminders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355080" y="137160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012E3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2940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8836" y="1659636"/>
            <a:ext cx="338328" cy="33832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FLOW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629400" y="22860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19"/>
          <p:cNvSpPr/>
          <p:nvPr/>
        </p:nvSpPr>
        <p:spPr>
          <a:xfrm>
            <a:off x="66294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086600" y="22494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→ sees dashboard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629400" y="2743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2"/>
          <p:cNvSpPr/>
          <p:nvPr/>
        </p:nvSpPr>
        <p:spPr>
          <a:xfrm>
            <a:off x="662940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7086600" y="27066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project → adds team members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6629400" y="32004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25"/>
          <p:cNvSpPr/>
          <p:nvPr/>
        </p:nvSpPr>
        <p:spPr>
          <a:xfrm>
            <a:off x="66294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7086600" y="31638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tasks → assigns to members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629400" y="36576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28"/>
          <p:cNvSpPr/>
          <p:nvPr/>
        </p:nvSpPr>
        <p:spPr>
          <a:xfrm>
            <a:off x="662940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086600" y="36210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logs in → sees assigned tasks → updates status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6629400" y="41148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1"/>
          <p:cNvSpPr/>
          <p:nvPr/>
        </p:nvSpPr>
        <p:spPr>
          <a:xfrm>
            <a:off x="662940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7086600" y="40782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chat → file sharing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6629400" y="45720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Text 34"/>
          <p:cNvSpPr/>
          <p:nvPr/>
        </p:nvSpPr>
        <p:spPr>
          <a:xfrm>
            <a:off x="662940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7086600" y="45354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 in real-time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6629400" y="50292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Text 37"/>
          <p:cNvSpPr/>
          <p:nvPr/>
        </p:nvSpPr>
        <p:spPr>
          <a:xfrm>
            <a:off x="662940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7086600" y="49926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appear for all actions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GroupSync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114800" cy="411480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96234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200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222938" y="4434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Any Questions???</a:t>
            </a:r>
            <a:endParaRPr lang="en-US" sz="2800" dirty="0"/>
          </a:p>
        </p:txBody>
      </p:sp>
      <p:sp>
        <p:nvSpPr>
          <p:cNvPr id="31" name="Shape 24"/>
          <p:cNvSpPr/>
          <p:nvPr/>
        </p:nvSpPr>
        <p:spPr>
          <a:xfrm>
            <a:off x="548640" y="5136405"/>
            <a:ext cx="11064240" cy="0"/>
          </a:xfrm>
          <a:prstGeom prst="line">
            <a:avLst/>
          </a:prstGeom>
          <a:noFill/>
          <a:ln w="9525">
            <a:solidFill>
              <a:srgbClr val="00A896">
                <a:alpha val="40000"/>
              </a:srgbClr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896</Words>
  <Application>Microsoft Office PowerPoint</Application>
  <PresentationFormat>Custom</PresentationFormat>
  <Paragraphs>255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GroupSync - SE Project Presentation</dc:title>
  <dc:subject>PptxGenJS Presentation</dc:subject>
  <dc:creator>SlackerSlayer</dc:creator>
  <cp:lastModifiedBy>lenovo</cp:lastModifiedBy>
  <cp:revision>6</cp:revision>
  <dcterms:created xsi:type="dcterms:W3CDTF">2026-06-23T04:58:32Z</dcterms:created>
  <dcterms:modified xsi:type="dcterms:W3CDTF">2026-06-23T13:59:39Z</dcterms:modified>
</cp:coreProperties>
</file>